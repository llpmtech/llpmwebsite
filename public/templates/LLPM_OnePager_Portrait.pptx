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144000"/>
  <p:notesSz cx="9144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005840"/>
          </a:xfrm>
          <a:prstGeom prst="rect">
            <a:avLst/>
          </a:prstGeom>
          <a:solidFill>
            <a:srgbClr val="1F3A5F"/>
          </a:solidFill>
          <a:ln/>
        </p:spPr>
      </p:sp>
      <p:pic>
        <p:nvPicPr>
          <p:cNvPr id="3" name="Image 0" descr="/home/clau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645920" cy="8229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011680" y="137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FOR LEASE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2011680" y="384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[PROPERTY NAME]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7315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[ADDRESS] · [CITY], TX [ZIP]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1005840"/>
            <a:ext cx="6858000" cy="27432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0" y="22402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PRIMARY PROPERTY PHOTO ]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0" y="3749040"/>
            <a:ext cx="1714500" cy="5943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0" y="3776472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 SF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0" y="4050792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Space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714500" y="3749040"/>
            <a:ext cx="1714500" cy="594360"/>
          </a:xfrm>
          <a:prstGeom prst="rect">
            <a:avLst/>
          </a:prstGeom>
          <a:solidFill>
            <a:srgbClr val="C85A1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14500" y="3776472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[C-1]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714500" y="4050792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Zoning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3429000" y="3749040"/>
            <a:ext cx="1714500" cy="5943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29000" y="3776472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[NNN]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29000" y="4050792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Type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143500" y="3749040"/>
            <a:ext cx="1714500" cy="594360"/>
          </a:xfrm>
          <a:prstGeom prst="rect">
            <a:avLst/>
          </a:prstGeom>
          <a:solidFill>
            <a:srgbClr val="C85A1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143500" y="3776472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143500" y="4050792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VPD Traffic</a:t>
            </a:r>
            <a:endParaRPr lang="en-US" sz="7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" y="44622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DETAILS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28600" y="4690872"/>
            <a:ext cx="63093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28600" y="4736592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74320" y="4764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Address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2331720" y="476402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[Full address, City, TX ZIP]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228600" y="5001768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74320" y="50292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County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5029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[County Name]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228600" y="5266944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74320" y="529437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Size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2331720" y="5294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 SF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228600" y="5532120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432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 Options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2331720" y="555955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[Suite A: X,XXX SF] · [Suite B: X,XXX SF]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228600" y="5797296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74320" y="5824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Built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2331720" y="5824728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[XXXX]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228600" y="6062472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74320" y="60899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Zoning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2331720" y="608990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[Zone Code] — [City Name]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228600" y="6327648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74320" y="6355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Permitted Use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2331720" y="63550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Retail, Office, Medical, Flex, Warehouse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228600" y="6592824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74320" y="66202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Parking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2331720" y="662025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[XX] spaces / [X.X] per 1,000 SF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228600" y="6858000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74320" y="6885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Frontage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2331720" y="688543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[Highway / Road Name]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28600" y="7123176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274320" y="7150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Count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2331720" y="7150608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 VPD on [Road Name]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228600" y="7388352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74320" y="74157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2331720" y="74157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228600" y="7653528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274320" y="7680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Sewer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2331720" y="768096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228600" y="7918704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74320" y="79461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2331720" y="794613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228600" y="8183880"/>
            <a:ext cx="6400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274320" y="82113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Type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2331720" y="821131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[NNN / Modified Gross / Gross]</a:t>
            </a:r>
            <a:endParaRPr lang="en-US" sz="750" dirty="0"/>
          </a:p>
        </p:txBody>
      </p:sp>
      <p:sp>
        <p:nvSpPr>
          <p:cNvPr id="65" name="Shape 62"/>
          <p:cNvSpPr/>
          <p:nvPr/>
        </p:nvSpPr>
        <p:spPr>
          <a:xfrm>
            <a:off x="228600" y="8449056"/>
            <a:ext cx="6400800" cy="256032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274320" y="84764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Asking Rate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2331720" y="8476488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$[XX.XX] PSF / Year</a:t>
            </a:r>
            <a:endParaRPr lang="en-US" sz="750" dirty="0"/>
          </a:p>
        </p:txBody>
      </p:sp>
      <p:sp>
        <p:nvSpPr>
          <p:cNvPr id="68" name="Shape 65"/>
          <p:cNvSpPr/>
          <p:nvPr/>
        </p:nvSpPr>
        <p:spPr>
          <a:xfrm>
            <a:off x="0" y="8732520"/>
            <a:ext cx="6858000" cy="411480"/>
          </a:xfrm>
          <a:prstGeom prst="rect">
            <a:avLst/>
          </a:prstGeom>
          <a:solidFill>
            <a:srgbClr val="111827"/>
          </a:solidFill>
          <a:ln/>
        </p:spPr>
      </p:sp>
      <p:pic>
        <p:nvPicPr>
          <p:cNvPr id="69" name="Image 1" descr="/home/claude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8750808"/>
            <a:ext cx="822960" cy="347472"/>
          </a:xfrm>
          <a:prstGeom prst="rect">
            <a:avLst/>
          </a:prstGeom>
        </p:spPr>
      </p:pic>
      <p:sp>
        <p:nvSpPr>
          <p:cNvPr id="70" name="Text 66"/>
          <p:cNvSpPr txBox="1"/>
          <p:nvPr/>
        </p:nvSpPr>
        <p:spPr>
          <a:xfrm>
            <a:off x="1097280" y="8759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[CONTACT NAME]  ·  [TITLE]</a:t>
            </a:r>
            <a:endParaRPr lang="en-US" sz="750" dirty="0"/>
          </a:p>
        </p:txBody>
      </p:sp>
      <p:sp>
        <p:nvSpPr>
          <p:cNvPr id="71" name="Text 67"/>
          <p:cNvSpPr txBox="1"/>
          <p:nvPr/>
        </p:nvSpPr>
        <p:spPr>
          <a:xfrm>
            <a:off x="1097280" y="896112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(512) 892-6001  ·  pm@lifelongpm.com</a:t>
            </a:r>
            <a:endParaRPr lang="en-US" sz="650" dirty="0"/>
          </a:p>
        </p:txBody>
      </p:sp>
      <p:sp>
        <p:nvSpPr>
          <p:cNvPr id="72" name="Text 68"/>
          <p:cNvSpPr txBox="1"/>
          <p:nvPr/>
        </p:nvSpPr>
        <p:spPr>
          <a:xfrm>
            <a:off x="4389120" y="88239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lifelongpropertymanagement.com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2026-08-27T19:16:52Z</dcterms:created>
  <dcterms:modified xsi:type="dcterms:W3CDTF">2026-08-27T19:16:52Z</dcterms:modified>
</cp:coreProperties>
</file>