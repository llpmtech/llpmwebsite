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1F3A5F"/>
          </a:solidFill>
          <a:ln/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164592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011680" y="137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FOR LEASE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2011680" y="3840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[PROPERTY NAME]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7315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[ADDRESS] · [CITY], TX [ZIP]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0" y="1005840"/>
            <a:ext cx="6858000" cy="27432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0" y="2240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PRIMARY PROPERTY PHOTO 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3749040"/>
            <a:ext cx="1714500" cy="5943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0" y="37764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[XX,XXX] SF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0" y="4050792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Space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714500" y="3749040"/>
            <a:ext cx="1714500" cy="594360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714500" y="37764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[C-1]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714500" y="4050792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Zoning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429000" y="3749040"/>
            <a:ext cx="1714500" cy="5943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429000" y="37764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[NNN]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4050792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Type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143500" y="3749040"/>
            <a:ext cx="1714500" cy="594360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143500" y="37764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[XX,XXX]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143500" y="4050792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VPD Traffic</a:t>
            </a:r>
            <a:endParaRPr lang="en-US" sz="700" dirty="0"/>
          </a:p>
        </p:txBody>
      </p:sp>
      <p:sp>
        <p:nvSpPr>
          <p:cNvPr id="21" name="Text 18"/>
          <p:cNvSpPr txBox="1"/>
          <p:nvPr/>
        </p:nvSpPr>
        <p:spPr>
          <a:xfrm>
            <a:off x="228600" y="4462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DETAILS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28600" y="4690872"/>
            <a:ext cx="630936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8600" y="4736592"/>
            <a:ext cx="6400800" cy="25603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74320" y="4764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Address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2331720" y="476402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[Full address, City, TX ZIP]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28600" y="5001768"/>
            <a:ext cx="6400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74320" y="5029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2331720" y="5029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[County Name]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228600" y="5266944"/>
            <a:ext cx="6400800" cy="25603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74320" y="52943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Size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2331720" y="529437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[XX,XXX] SF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28600" y="5532120"/>
            <a:ext cx="6400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74320" y="5559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Options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2331720" y="555955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[Suite A: X,XXX SF] · [Suite B: X,XXX SF]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228600" y="5797296"/>
            <a:ext cx="6400800" cy="25603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74320" y="5824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Built</a:t>
            </a:r>
            <a:endParaRPr lang="en-US" sz="750" dirty="0"/>
          </a:p>
        </p:txBody>
      </p:sp>
      <p:sp>
        <p:nvSpPr>
          <p:cNvPr id="37" name="Text 34"/>
          <p:cNvSpPr txBox="1"/>
          <p:nvPr/>
        </p:nvSpPr>
        <p:spPr>
          <a:xfrm>
            <a:off x="2331720" y="582472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[XXXX]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228600" y="6062472"/>
            <a:ext cx="6400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274320" y="60899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Zoning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2331720" y="608990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[Zone Code] — [City Name]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228600" y="6327648"/>
            <a:ext cx="6400800" cy="25603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74320" y="6355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Permitted Use</a:t>
            </a:r>
            <a:endParaRPr lang="en-US" sz="750" dirty="0"/>
          </a:p>
        </p:txBody>
      </p:sp>
      <p:sp>
        <p:nvSpPr>
          <p:cNvPr id="43" name="Text 40"/>
          <p:cNvSpPr txBox="1"/>
          <p:nvPr/>
        </p:nvSpPr>
        <p:spPr>
          <a:xfrm>
            <a:off x="2331720" y="63550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Retail, Office, Medical, Flex, Warehouse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228600" y="6592824"/>
            <a:ext cx="6400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74320" y="66202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2331720" y="662025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[XX] spaces / [X.X] per 1,000 SF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228600" y="6858000"/>
            <a:ext cx="6400800" cy="25603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274320" y="6885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Frontage</a:t>
            </a:r>
            <a:endParaRPr lang="en-US" sz="750" dirty="0"/>
          </a:p>
        </p:txBody>
      </p:sp>
      <p:sp>
        <p:nvSpPr>
          <p:cNvPr id="49" name="Text 46"/>
          <p:cNvSpPr txBox="1"/>
          <p:nvPr/>
        </p:nvSpPr>
        <p:spPr>
          <a:xfrm>
            <a:off x="2331720" y="68854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[Highway / Road Name]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28600" y="7123176"/>
            <a:ext cx="6400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274320" y="7150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Count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2331720" y="715060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[XX,XXX] VPD on [Road Name]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228600" y="7388352"/>
            <a:ext cx="6400800" cy="25603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74320" y="74157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750" dirty="0"/>
          </a:p>
        </p:txBody>
      </p:sp>
      <p:sp>
        <p:nvSpPr>
          <p:cNvPr id="55" name="Text 52"/>
          <p:cNvSpPr txBox="1"/>
          <p:nvPr/>
        </p:nvSpPr>
        <p:spPr>
          <a:xfrm>
            <a:off x="2331720" y="741578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228600" y="7653528"/>
            <a:ext cx="6400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274320" y="7680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Sewer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2331720" y="768096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228600" y="7918704"/>
            <a:ext cx="6400800" cy="25603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274320" y="7946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</a:t>
            </a:r>
            <a:endParaRPr lang="en-US" sz="750" dirty="0"/>
          </a:p>
        </p:txBody>
      </p:sp>
      <p:sp>
        <p:nvSpPr>
          <p:cNvPr id="61" name="Text 58"/>
          <p:cNvSpPr txBox="1"/>
          <p:nvPr/>
        </p:nvSpPr>
        <p:spPr>
          <a:xfrm>
            <a:off x="2331720" y="794613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228600" y="8183880"/>
            <a:ext cx="6400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274320" y="8211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Type</a:t>
            </a:r>
            <a:endParaRPr lang="en-US" sz="750" dirty="0"/>
          </a:p>
        </p:txBody>
      </p:sp>
      <p:sp>
        <p:nvSpPr>
          <p:cNvPr id="64" name="Text 61"/>
          <p:cNvSpPr txBox="1"/>
          <p:nvPr/>
        </p:nvSpPr>
        <p:spPr>
          <a:xfrm>
            <a:off x="2331720" y="821131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[NNN / Modified Gross / Gross]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228600" y="8449056"/>
            <a:ext cx="6400800" cy="256032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274320" y="8476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Rate</a:t>
            </a:r>
            <a:endParaRPr lang="en-US" sz="750" dirty="0"/>
          </a:p>
        </p:txBody>
      </p:sp>
      <p:sp>
        <p:nvSpPr>
          <p:cNvPr id="67" name="Text 64"/>
          <p:cNvSpPr txBox="1"/>
          <p:nvPr/>
        </p:nvSpPr>
        <p:spPr>
          <a:xfrm>
            <a:off x="2331720" y="847648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$[XX.XX] PSF / Year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0" y="8732520"/>
            <a:ext cx="6858000" cy="41148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69" name="Image 1" descr="/home/claude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750808"/>
            <a:ext cx="822960" cy="347472"/>
          </a:xfrm>
          <a:prstGeom prst="rect">
            <a:avLst/>
          </a:prstGeom>
        </p:spPr>
      </p:pic>
      <p:sp>
        <p:nvSpPr>
          <p:cNvPr id="70" name="Text 66"/>
          <p:cNvSpPr txBox="1"/>
          <p:nvPr/>
        </p:nvSpPr>
        <p:spPr>
          <a:xfrm>
            <a:off x="1097280" y="8759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[CONTACT NAME]  ·  [TITLE]</a:t>
            </a:r>
            <a:endParaRPr lang="en-US" sz="750" dirty="0"/>
          </a:p>
        </p:txBody>
      </p:sp>
      <p:sp>
        <p:nvSpPr>
          <p:cNvPr id="71" name="Text 67"/>
          <p:cNvSpPr txBox="1"/>
          <p:nvPr/>
        </p:nvSpPr>
        <p:spPr>
          <a:xfrm>
            <a:off x="1097280" y="8961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(512) 892-6001  ·  pm@lifelongpm.com</a:t>
            </a:r>
            <a:endParaRPr lang="en-US" sz="650" dirty="0"/>
          </a:p>
        </p:txBody>
      </p:sp>
      <p:sp>
        <p:nvSpPr>
          <p:cNvPr id="72" name="Text 68"/>
          <p:cNvSpPr txBox="1"/>
          <p:nvPr/>
        </p:nvSpPr>
        <p:spPr>
          <a:xfrm>
            <a:off x="4389120" y="88239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lifelongpropertymanagement.com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2026-08-27T19:18:19Z</dcterms:created>
  <dcterms:modified xsi:type="dcterms:W3CDTF">2026-08-27T19:18:19Z</dcterms:modified>
</cp:coreProperties>
</file>