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F3A5F"/>
          </a:solidFill>
          <a:ln/>
        </p:spPr>
      </p:sp>
      <p:pic>
        <p:nvPicPr>
          <p:cNvPr id="3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201168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82880" y="1143000"/>
            <a:ext cx="54864" cy="1463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320040" y="1143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[PROPERTY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171907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NAME]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320040" y="23957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[ADDRESS]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[CITY], TX  [ZIP]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82880" y="2944368"/>
            <a:ext cx="3108960" cy="274320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82880" y="2944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LEASE  |  FOR SALE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82880" y="3337560"/>
            <a:ext cx="3108960" cy="0"/>
          </a:xfrm>
          <a:prstGeom prst="line">
            <a:avLst/>
          </a:prstGeom>
          <a:noFill/>
          <a:ln w="6350">
            <a:solidFill>
              <a:srgbClr val="2D4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2880" y="33741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[XX,XXX] SF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82880" y="33741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SPACE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182880" y="3675888"/>
            <a:ext cx="3108960" cy="0"/>
          </a:xfrm>
          <a:prstGeom prst="line">
            <a:avLst/>
          </a:prstGeom>
          <a:noFill/>
          <a:ln w="6350">
            <a:solidFill>
              <a:srgbClr val="2D4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82880" y="37124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[C-1]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" y="371246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ZONING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182880" y="4014216"/>
            <a:ext cx="3108960" cy="0"/>
          </a:xfrm>
          <a:prstGeom prst="line">
            <a:avLst/>
          </a:prstGeom>
          <a:noFill/>
          <a:ln w="6350">
            <a:solidFill>
              <a:srgbClr val="2D4F7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82880" y="40507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[XX,XXX]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" y="4050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VPD TRAFFIC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182880" y="4352544"/>
            <a:ext cx="3108960" cy="0"/>
          </a:xfrm>
          <a:prstGeom prst="line">
            <a:avLst/>
          </a:prstGeom>
          <a:noFill/>
          <a:ln w="6350">
            <a:solidFill>
              <a:srgbClr val="2D4F7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82880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[NNN]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82880" y="4389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TYPE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0" y="4754880"/>
            <a:ext cx="3474720" cy="38862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82880" y="47731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(512) 892-6001  ·  pm@lifelongpm.com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3474720" y="0"/>
            <a:ext cx="5669280" cy="28346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474720" y="1234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PRIMARY PROPERTY PHOTO ]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0" y="2880360"/>
            <a:ext cx="2743200" cy="1828800"/>
          </a:xfrm>
          <a:prstGeom prst="rect">
            <a:avLst/>
          </a:prstGeom>
          <a:solidFill>
            <a:srgbClr val="C0C5C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0" y="3657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PHOTO 2 ]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520440" y="2880360"/>
            <a:ext cx="2834640" cy="18288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611880" y="29443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HIGHLIGHTS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611880" y="3200400"/>
            <a:ext cx="54864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730752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[Highlight feature — location, access, or visibility]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3611880" y="3511296"/>
            <a:ext cx="54864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730752" y="3511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[Highlight feature — zoning, permitted uses, or flexibility]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3611880" y="3822192"/>
            <a:ext cx="54864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3730752" y="3822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[Highlight feature — submarket growth or nearby employers]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3611880" y="4133088"/>
            <a:ext cx="54864" cy="1645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3730752" y="4133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[Highlight feature — deal structure or build-out availability]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3520440" y="4754880"/>
            <a:ext cx="1828800" cy="3886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352044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[BADGE 1]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394960" y="4754880"/>
            <a:ext cx="1828800" cy="388620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39496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[BADGE 2]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7269480" y="4754880"/>
            <a:ext cx="1828800" cy="38862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26948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[BADGE 3]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3474720" y="2468880"/>
            <a:ext cx="2880360" cy="3657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3520440" y="248716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[CONTACT NAME]  ·  [TITLE]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2026-08-27T19:18:19Z</dcterms:created>
  <dcterms:modified xsi:type="dcterms:W3CDTF">2026-08-27T19:18:19Z</dcterms:modified>
</cp:coreProperties>
</file>